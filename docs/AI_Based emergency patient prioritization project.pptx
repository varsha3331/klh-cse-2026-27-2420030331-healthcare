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9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SOFTWARE ENGINEERING (24CI3201)  |  REVIEW-2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Emergency Patient Prioritization and Resource Optimization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– 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A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2420030331  –  Varsha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2420090003  –  Sri Kruthi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2420090007  –  Sri Satya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3474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A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Rajkumar Patil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(KLEF), Hyderabad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65176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265176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Patient Inflow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departments receive a continuous, unpredictable stream of patients with very different severity levels.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265176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71600"/>
            <a:ext cx="73152" cy="265176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Manual Triage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87452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takes time and varies between staff and shifts, delaying identification of critical cases.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265176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73152" cy="265176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on Staff &amp; Patients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87452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raise waiting times and put avoidable pressure on emergency staff.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64240" cy="173736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 triage platform that surfaces the most critical patients first and gives staff a consistent, data-driven decision aid.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00A0D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371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patient care platform for emergency departments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685800" cy="685800"/>
          </a:xfrm>
          <a:prstGeom prst="ellipse">
            <a:avLst/>
          </a:prstGeom>
          <a:solidFill>
            <a:srgbClr val="00A0D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371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the journey from registration to disposition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685800" cy="685800"/>
          </a:xfrm>
          <a:prstGeom prst="ellipse">
            <a:avLst/>
          </a:prstGeom>
          <a:solidFill>
            <a:srgbClr val="00A0D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718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triage scoring model refined with machine learning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3154680"/>
            <a:ext cx="685800" cy="685800"/>
          </a:xfrm>
          <a:prstGeom prst="ellipse">
            <a:avLst/>
          </a:prstGeom>
          <a:solidFill>
            <a:srgbClr val="00A0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9718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dashboards for doctors, nurses and admins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rgbClr val="00A0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5720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live queue that re-orders as patients arrive or change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2200" y="4754880"/>
            <a:ext cx="685800" cy="685800"/>
          </a:xfrm>
          <a:prstGeom prst="ellipse">
            <a:avLst/>
          </a:prstGeom>
          <a:solidFill>
            <a:srgbClr val="00A0D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5720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staff overrides and use them to retrain the model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448056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5029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assesses vitals and symptoms manually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assigned a triage level (e.g. ESI) by judgement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or basic registration records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order managed by staff memory or whiteboards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73152" cy="448056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874520"/>
            <a:ext cx="5029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during high patient volume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across staff and shifts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does not re-order when a patient deteriorates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past decisions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cognitive load on staff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triage platform between patient intake and clinical care: vitals and symptoms are scored by an ML model, patients are ranked in a live queue, and staff can override with every override fed back to improve the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66160" cy="160020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73152" cy="16002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24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critical detection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scored in seconds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566160" cy="160020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514600"/>
            <a:ext cx="73152" cy="16002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624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scoring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criteria for every patient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566160" cy="160020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514600"/>
            <a:ext cx="73152" cy="16002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624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queue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Re-orders live on new 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3566160" cy="160020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97680"/>
            <a:ext cx="73152" cy="16002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always override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3400" y="4297680"/>
            <a:ext cx="3566160" cy="160020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4297680"/>
            <a:ext cx="73152" cy="16002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retrain the model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4297680"/>
            <a:ext cx="3566160" cy="160020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4297680"/>
            <a:ext cx="73152" cy="160020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6676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staff load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aid, not guesswork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(Vite), Axios, WebSocket client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7160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8745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Uvicorn, SQLAlchemy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8745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pandas, NumPy, joblib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4904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251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43400" y="374904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74904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251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for live queue updates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38160" y="374904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74904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251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" y="210312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03D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21031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Intake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65376" y="2697480"/>
            <a:ext cx="420624" cy="0"/>
          </a:xfrm>
          <a:prstGeom prst="line">
            <a:avLst/>
          </a:prstGeom>
          <a:noFill/>
          <a:ln w="31750">
            <a:solidFill>
              <a:srgbClr val="001F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04288" y="210312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03D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77440" y="21031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Symptom Capture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77056" y="2697480"/>
            <a:ext cx="420624" cy="0"/>
          </a:xfrm>
          <a:prstGeom prst="line">
            <a:avLst/>
          </a:prstGeom>
          <a:noFill/>
          <a:ln w="31750">
            <a:solidFill>
              <a:srgbClr val="001F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15968" y="210312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0A0D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21031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Scoring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88736" y="2697480"/>
            <a:ext cx="420624" cy="0"/>
          </a:xfrm>
          <a:prstGeom prst="line">
            <a:avLst/>
          </a:prstGeom>
          <a:noFill/>
          <a:ln w="31750">
            <a:solidFill>
              <a:srgbClr val="001F3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27648" y="210312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03D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1031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Priority Queue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0416" y="2697480"/>
            <a:ext cx="420624" cy="0"/>
          </a:xfrm>
          <a:prstGeom prst="line">
            <a:avLst/>
          </a:prstGeom>
          <a:noFill/>
          <a:ln w="31750">
            <a:solidFill>
              <a:srgbClr val="001F3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39328" y="210312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03D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1031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912096" y="2697480"/>
            <a:ext cx="420624" cy="0"/>
          </a:xfrm>
          <a:prstGeom prst="line">
            <a:avLst/>
          </a:prstGeom>
          <a:noFill/>
          <a:ln w="31750">
            <a:solidFill>
              <a:srgbClr val="001F3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51008" y="210312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03D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424160" y="210312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Tracking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50808" y="3291840"/>
            <a:ext cx="0" cy="1005840"/>
          </a:xfrm>
          <a:prstGeom prst="line">
            <a:avLst/>
          </a:prstGeom>
          <a:noFill/>
          <a:ln w="25400">
            <a:solidFill>
              <a:srgbClr val="00A0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727448" y="4297680"/>
            <a:ext cx="4023360" cy="0"/>
          </a:xfrm>
          <a:prstGeom prst="line">
            <a:avLst/>
          </a:prstGeom>
          <a:noFill/>
          <a:ln w="25400">
            <a:solidFill>
              <a:srgbClr val="00A0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27448" y="3310128"/>
            <a:ext cx="0" cy="987552"/>
          </a:xfrm>
          <a:prstGeom prst="line">
            <a:avLst/>
          </a:prstGeom>
          <a:noFill/>
          <a:ln w="25400">
            <a:solidFill>
              <a:srgbClr val="00A0D2"/>
            </a:solidFill>
            <a:prstDash val="dash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840480" y="4434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overrides tier → logged → model retrained on feedback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flows left to right; the dashed loop is the adaptive feedback cycle.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Registration &amp; Intake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entry, unique case ID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7160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Vitals &amp; Symptoms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8745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BP, SpO2, RR, temperature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AI Triage Engine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8745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severity tier and score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4904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Live Priority Queue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251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re-ranking via WebSockets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43400" y="374904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74904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Role-based Dashboards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251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nurse and admin views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38160" y="3749040"/>
            <a:ext cx="3566160" cy="210312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749040"/>
            <a:ext cx="73152" cy="210312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Override &amp; Feedback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251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logged, model retrained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WORK COMPLETED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https://github.com/Varsha3331/KLH-CSE-2026-27-2420030331-Healthcare.git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28EF75-6176-13BF-23E0-A3A907D41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02536"/>
            <a:ext cx="8136294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9DD89-DA2E-502E-6B8D-0DAB65311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061" y="688770"/>
            <a:ext cx="9593878" cy="513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9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A349E3-B777-FC8D-43A4-4D916EC29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24" y="518797"/>
            <a:ext cx="9514872" cy="53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7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7D1E6-A154-9085-002E-74F5518B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70" y="1050737"/>
            <a:ext cx="9214259" cy="492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72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38328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338328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backend, database and ML model working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and override logging in place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in progress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3383280"/>
          </a:xfrm>
          <a:prstGeom prst="rect">
            <a:avLst/>
          </a:prstGeom>
          <a:solidFill>
            <a:srgbClr val="EAF3F9"/>
          </a:solidFill>
          <a:ln w="12700">
            <a:solidFill>
              <a:srgbClr val="00A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73152" cy="3383280"/>
          </a:xfrm>
          <a:prstGeom prst="rect">
            <a:avLst/>
          </a:prstGeom>
          <a:solidFill>
            <a:srgbClr val="00A0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&amp; future scope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87452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and dashboards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 before model swap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and testing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data and bias audit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moves triage from manual judgement to an adaptive, feedback-driven decision aid.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133C9-169A-BB26-43DD-66E2166CC3F8}"/>
              </a:ext>
            </a:extLst>
          </p:cNvPr>
          <p:cNvSpPr txBox="1"/>
          <p:nvPr/>
        </p:nvSpPr>
        <p:spPr>
          <a:xfrm>
            <a:off x="3396343" y="2488267"/>
            <a:ext cx="47762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997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586</Words>
  <Application>Microsoft Office PowerPoint</Application>
  <PresentationFormat>Widescreen</PresentationFormat>
  <Paragraphs>117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Srisatya Garikipaty</cp:lastModifiedBy>
  <cp:revision>2</cp:revision>
  <dcterms:created xsi:type="dcterms:W3CDTF">2026-09-28T02:59:49Z</dcterms:created>
  <dcterms:modified xsi:type="dcterms:W3CDTF">2026-09-28T04:00:16Z</dcterms:modified>
</cp:coreProperties>
</file>